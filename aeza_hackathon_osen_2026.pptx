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Автопродление отключено · 2,0</c:v>
                </c:pt>
                <c:pt idx="2">
                  <c:v>Недостаточно средств для продления · 2,0</c:v>
                </c:pt>
                <c:pt idx="3">
                  <c:v>Ожидание продления · 2,5</c:v>
                </c:pt>
                <c:pt idx="4">
                  <c:v>Услуга приостановлена · 1,0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2.0</c:v>
                </c:pt>
                <c:pt idx="2">
                  <c:v>0.0</c:v>
                </c:pt>
                <c:pt idx="3">
                  <c:v>2.5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— близость даты окончания, 9 — автопродление отключено, 6 — услуга приостановлена, 6 — ожидание продления. Каждый сигнал по отдельности</a:t>
            </a:r>
          </a:p>
          <a:p>
            <a:r>
              <a:t>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балл 71,4, наверху списка вместе</a:t>
            </a:r>
          </a:p>
          <a:p>
            <a:r>
              <a:t>с #5), справа сводные метрики и блок 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отсортирован по риску по убыванию. Наверху двое</a:t>
            </a:r>
          </a:p>
          <a:p>
            <a:r>
              <a:t>с одинаковым максимумом 71,4: клиенты #5 и #10. Берём #10 — у него причину видно</a:t>
            </a:r>
          </a:p>
          <a:p>
            <a:r>
              <a:t>на уровне услуги, и это делает разбор конкретным.</a:t>
            </a:r>
          </a:p>
          <a:p>
            <a:r>
              <a:t>Что мы про него знаем из данных: три услуги, все пригодны для прогноза, из них две</a:t>
            </a:r>
          </a:p>
          <a:p>
            <a:r>
              <a:t>высокого риска; баланс 203,79 €, всего пополнено 4 206,69 €.</a:t>
            </a:r>
          </a:p>
          <a:p>
            <a:r>
              <a:t>Выручка под риском — ноль, и это отдельный важный момент, к нему вернёмся на слайде</a:t>
            </a:r>
          </a:p>
          <a:p>
            <a:r>
              <a:t>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Возможный вопрос: «Почему не #5?» — У него тот же балл 71,4, но услуги иные;</a:t>
            </a:r>
          </a:p>
          <a:p>
            <a:r>
              <a:t>для разбора причины #10 нагляднее, и он остаётся вторым в списке.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</a:t>
            </a:r>
          </a:p>
          <a:p>
            <a:r>
              <a:t>7,5 из 10,5 — отсюда 71,4.</a:t>
            </a:r>
          </a:p>
          <a:p>
            <a:r>
              <a:t>Крупнейшие вклады: близость даты окончания — 3.0,</a:t>
            </a:r>
          </a:p>
          <a:p>
            <a:r>
              <a:t>ожидание продления — 2.5,</a:t>
            </a:r>
          </a:p>
          <a:p>
            <a:r>
              <a:t>автопродление отключено — 2.0.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(40 сек):</a:t>
            </a:r>
          </a:p>
          <a:p>
            <a:r>
              <a:t>«Это не витрина «у нас есть AI». Модель не считает балл — она объясняет уже</a:t>
            </a:r>
          </a:p>
          <a:p>
            <a:r>
              <a:t>посчитанный результат. В контекст она получает только факты движка и локальную</a:t>
            </a:r>
          </a:p>
          <a:p>
            <a:r>
              <a:t>документацию; под ответом видно, на какие данные и документы она ссылалась.</a:t>
            </a:r>
          </a:p>
          <a:p>
            <a:r>
              <a:t>И главное: если модель называет число, которого нет в фактах, оно удаляется</a:t>
            </a:r>
          </a:p>
          <a:p>
            <a:r>
              <a:t>автоматически. Это второй слой защиты от выдумок.»</a:t>
            </a:r>
          </a:p>
          <a:p>
            <a:r>
              <a:t>Показать: реальный ответ справа от скриншота, блок «ИСТОЧНИКИ» под ответом,</a:t>
            </a:r>
          </a:p>
          <a:p>
            <a:r>
              <a:t>затем четыре карточки — особенно «Проверка после генерации» и «Аналитика без AI».</a:t>
            </a:r>
          </a:p>
          <a:p>
            <a:r>
              <a:t>Возможный вопрос: «Данные уходят наружу?» — Нет. Провайдер только loopback,</a:t>
            </a:r>
          </a:p>
          <a:p>
            <a:r>
              <a:t>внешние AI-API не используются; персональные данные не пишутся в логи.</a:t>
            </a:r>
          </a:p>
          <a:p>
            <a:r>
              <a:t>Возможный вопрос: «Что если модель недоступна?» — 503 и понятный текст,</a:t>
            </a:r>
          </a:p>
          <a:p>
            <a:r>
              <a:t>основная аналитика продолжает работать.</a:t>
            </a:r>
          </a:p>
          <a:p>
            <a:r>
              <a:t>Ограничение: ответ занимает ≈40–90 с на CPU — это для интерактивного</a:t>
            </a:r>
          </a:p>
          <a:p>
            <a:r>
              <a:t>разбора, а не для потока.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4 206,69 €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услуг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Услуг высокого риска:</a:t>
            </a:r>
          </a:p>
          <a:p>
            <a:r>
              <a:t>4 → 7, а выручка под риском: 5,80 → 7,72 €.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выручка 5,80 → 7,72 €,</a:t>
            </a:r>
          </a:p>
          <a:p>
            <a:r>
              <a:t>услуг высокого риска 4 → 7, сумма весов 13.0 → 19.0. Затем открыть карточку клиента #10 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«Почему клиентов высокого риска не стало больше?» — Категория</a:t>
            </a:r>
          </a:p>
          <a:p>
            <a:r>
              <a:t>клиента берёт максимум по его услугам: у трёх клиентов уже был высокий балл, у</a:t>
            </a:r>
          </a:p>
          <a:p>
            <a:r>
              <a:t>остальных даже усиленный вес не поднял его выше порога. Поэтому честный сигнал</a:t>
            </a:r>
          </a:p>
          <a:p>
            <a:r>
              <a:t>изменения — число услуг высокого риска и выручка под риском.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ХАКАТОН ОСЕНЬ 2026 · ДГТУ · РОСТОВ-НА-ДОНУ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284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аналитика риска оттока клиентов хостинг-провайдера.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ожидание продления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418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5537588" cy="23540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508731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4623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45806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496347"/>
            <a:ext cx="4172407" cy="129772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28351"/>
            <a:ext cx="4108399" cy="9815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871795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Максимум по базе: 71,4 — вместе с клиентом #5. Показан второй в списке и выбран потому, что его причину видно на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уровне услуги. Слева — реальные поля снимка, справа — тот же 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0011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405491" cy="34600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18871"/>
            <a:ext cx="3361791" cy="119786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14" y="2750875"/>
            <a:ext cx="2455267" cy="113385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18871"/>
            <a:ext cx="3361791" cy="119786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801" y="2750875"/>
            <a:ext cx="2455267" cy="11338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067611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282495"/>
            <a:ext cx="6805879" cy="151377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314499"/>
            <a:ext cx="6739146" cy="144977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873998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один из двух максимумов (71,4), и его причину видно на уровне услуги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service-0030 просрочена на 35 дней, 2 из 2 продлений не 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балл 71,4 при действующей сумме весов 10,5 (фактор без данных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исключён из знаменателя). Ниже — фактические 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10,5. Сумма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вкладов 7,5 из 10,5 — отсюда 71,4,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AI-АНАЛИТИК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Числа считает движок — AI их объясняет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Локальная модель (qwen2.5:3b-instruct через Ollama) формулирует объяснение поверх уже посчитанных фактов. Балл и суммы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модель не пересчитывает: она получает их из backend и обязана ссылаться на источники.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59432"/>
            <a:ext cx="690372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ОТВЕТ AI-АНАЛИТИКА · КЛИЕНТ #10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" y="2265172"/>
            <a:ext cx="6967728" cy="351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97176"/>
            <a:ext cx="6902582" cy="34535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860490"/>
            <a:ext cx="690372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Ответ ссылается на фактические данные и документы проекта: каждый источник виден под ответом.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36408" y="2297176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36408" y="2297176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2397760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Данные, а не догадки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603500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Модель отвечает только по фактам движка. Числа берутся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из backend — их нельзя выдумать.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36408" y="3178860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36408" y="3178860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3279444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после генерации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3485184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Если модель называет число вне фактов, оно удаляется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автоматически. Это видно прямо в интерфейсе.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36408" y="4060544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36408" y="4060544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9288" y="4161128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Приватность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4366868"/>
            <a:ext cx="3331159" cy="436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Провайдер только loopback, внешние AI-API не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используются. В контекст попадают лишь данные,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доступные пользователю.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36408" y="4942228"/>
            <a:ext cx="3696919" cy="8131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36408" y="4942228"/>
            <a:ext cx="41148" cy="81310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9288" y="5042812"/>
            <a:ext cx="3331159" cy="169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Аналитика без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9288" y="5248552"/>
            <a:ext cx="3331159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Если модель недоступна, аналитика продолжает работать: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AI — слой объяснения, а не источник чисел.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Проверено живым запуском: Ollama + qwen2.5:3b-instruct на CPU, 5 эндпоинта под авторизацией, ответ grounded=true. Балл риска — индекс, а не вероятность оттока.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46282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255671" cy="13988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22 240,73 €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4 продлениям: 0,36 + 0,70 + 1,81 + 2,93 = 5,80 €.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и число услуг высокого риска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вырастут. Проверяем на реальном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услуг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8650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1978550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486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13.0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13.0 до 19.0, вклад фактора — с 3.0 до 9.0, поэтому балл service-0030 стал 81,8, а услуг высокого риска — 7 вместо 4. Настройка сохраняется на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сервере, сводка обновляется сразу, без 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РИСК ВИДЕН · ПРИЧИНЫ ПОНЯТНЫ · ШАГ ОПРЕДЕЛЁН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возможность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Хакатон Осень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